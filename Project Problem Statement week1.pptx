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13AE0-7016-5B3D-D3C7-234096E0DC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A2258E5-10D1-46D2-BA3B-25DFE0A8A7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F843098-E843-9022-8AA6-02BF610A43FF}"/>
              </a:ext>
            </a:extLst>
          </p:cNvPr>
          <p:cNvSpPr>
            <a:spLocks noGrp="1"/>
          </p:cNvSpPr>
          <p:nvPr>
            <p:ph type="dt" sz="half" idx="10"/>
          </p:nvPr>
        </p:nvSpPr>
        <p:spPr/>
        <p:txBody>
          <a:bodyPr/>
          <a:lstStyle/>
          <a:p>
            <a:fld id="{FEA81208-F6CE-42B4-9F49-E65FDB04790F}" type="datetimeFigureOut">
              <a:rPr lang="en-IN" smtClean="0"/>
              <a:t>04-11-2025</a:t>
            </a:fld>
            <a:endParaRPr lang="en-IN"/>
          </a:p>
        </p:txBody>
      </p:sp>
      <p:sp>
        <p:nvSpPr>
          <p:cNvPr id="5" name="Footer Placeholder 4">
            <a:extLst>
              <a:ext uri="{FF2B5EF4-FFF2-40B4-BE49-F238E27FC236}">
                <a16:creationId xmlns:a16="http://schemas.microsoft.com/office/drawing/2014/main" id="{2408D364-82E3-B184-01F0-47F946952A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8F99B3-C2E2-3777-F385-B828AE89D33D}"/>
              </a:ext>
            </a:extLst>
          </p:cNvPr>
          <p:cNvSpPr>
            <a:spLocks noGrp="1"/>
          </p:cNvSpPr>
          <p:nvPr>
            <p:ph type="sldNum" sz="quarter" idx="12"/>
          </p:nvPr>
        </p:nvSpPr>
        <p:spPr/>
        <p:txBody>
          <a:bodyPr/>
          <a:lstStyle/>
          <a:p>
            <a:fld id="{0619ABF7-DBE0-4842-A87B-E1BD5436D587}" type="slidenum">
              <a:rPr lang="en-IN" smtClean="0"/>
              <a:t>‹#›</a:t>
            </a:fld>
            <a:endParaRPr lang="en-IN"/>
          </a:p>
        </p:txBody>
      </p:sp>
    </p:spTree>
    <p:extLst>
      <p:ext uri="{BB962C8B-B14F-4D97-AF65-F5344CB8AC3E}">
        <p14:creationId xmlns:p14="http://schemas.microsoft.com/office/powerpoint/2010/main" val="2638097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23162-5DB6-C89D-B9F0-1A74553E2A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510122-7349-4BDC-3D00-C1FEC55D6E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8FFEA0-02B6-2C1B-4B8F-70AAD82D6F4B}"/>
              </a:ext>
            </a:extLst>
          </p:cNvPr>
          <p:cNvSpPr>
            <a:spLocks noGrp="1"/>
          </p:cNvSpPr>
          <p:nvPr>
            <p:ph type="dt" sz="half" idx="10"/>
          </p:nvPr>
        </p:nvSpPr>
        <p:spPr/>
        <p:txBody>
          <a:bodyPr/>
          <a:lstStyle/>
          <a:p>
            <a:fld id="{FEA81208-F6CE-42B4-9F49-E65FDB04790F}" type="datetimeFigureOut">
              <a:rPr lang="en-IN" smtClean="0"/>
              <a:t>04-11-2025</a:t>
            </a:fld>
            <a:endParaRPr lang="en-IN"/>
          </a:p>
        </p:txBody>
      </p:sp>
      <p:sp>
        <p:nvSpPr>
          <p:cNvPr id="5" name="Footer Placeholder 4">
            <a:extLst>
              <a:ext uri="{FF2B5EF4-FFF2-40B4-BE49-F238E27FC236}">
                <a16:creationId xmlns:a16="http://schemas.microsoft.com/office/drawing/2014/main" id="{A4DDEC16-83BB-DA38-4372-9B332420EF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1494CF-6A84-9F5C-FED3-97027A1C737B}"/>
              </a:ext>
            </a:extLst>
          </p:cNvPr>
          <p:cNvSpPr>
            <a:spLocks noGrp="1"/>
          </p:cNvSpPr>
          <p:nvPr>
            <p:ph type="sldNum" sz="quarter" idx="12"/>
          </p:nvPr>
        </p:nvSpPr>
        <p:spPr/>
        <p:txBody>
          <a:bodyPr/>
          <a:lstStyle/>
          <a:p>
            <a:fld id="{0619ABF7-DBE0-4842-A87B-E1BD5436D587}" type="slidenum">
              <a:rPr lang="en-IN" smtClean="0"/>
              <a:t>‹#›</a:t>
            </a:fld>
            <a:endParaRPr lang="en-IN"/>
          </a:p>
        </p:txBody>
      </p:sp>
    </p:spTree>
    <p:extLst>
      <p:ext uri="{BB962C8B-B14F-4D97-AF65-F5344CB8AC3E}">
        <p14:creationId xmlns:p14="http://schemas.microsoft.com/office/powerpoint/2010/main" val="1056285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5D4ED-A0AC-70F8-B5A8-7F7E58E498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1023FB0-1E57-45F3-F2C5-7728BD1C2C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85CAAA-FE3F-BFF6-5F2B-C1B2D999D521}"/>
              </a:ext>
            </a:extLst>
          </p:cNvPr>
          <p:cNvSpPr>
            <a:spLocks noGrp="1"/>
          </p:cNvSpPr>
          <p:nvPr>
            <p:ph type="dt" sz="half" idx="10"/>
          </p:nvPr>
        </p:nvSpPr>
        <p:spPr/>
        <p:txBody>
          <a:bodyPr/>
          <a:lstStyle/>
          <a:p>
            <a:fld id="{FEA81208-F6CE-42B4-9F49-E65FDB04790F}" type="datetimeFigureOut">
              <a:rPr lang="en-IN" smtClean="0"/>
              <a:t>04-11-2025</a:t>
            </a:fld>
            <a:endParaRPr lang="en-IN"/>
          </a:p>
        </p:txBody>
      </p:sp>
      <p:sp>
        <p:nvSpPr>
          <p:cNvPr id="5" name="Footer Placeholder 4">
            <a:extLst>
              <a:ext uri="{FF2B5EF4-FFF2-40B4-BE49-F238E27FC236}">
                <a16:creationId xmlns:a16="http://schemas.microsoft.com/office/drawing/2014/main" id="{8EEF8EE2-6781-BD7C-5639-CF4ED434AA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9D66AC-2012-9426-47B5-1F37F2FEFA38}"/>
              </a:ext>
            </a:extLst>
          </p:cNvPr>
          <p:cNvSpPr>
            <a:spLocks noGrp="1"/>
          </p:cNvSpPr>
          <p:nvPr>
            <p:ph type="sldNum" sz="quarter" idx="12"/>
          </p:nvPr>
        </p:nvSpPr>
        <p:spPr/>
        <p:txBody>
          <a:bodyPr/>
          <a:lstStyle/>
          <a:p>
            <a:fld id="{0619ABF7-DBE0-4842-A87B-E1BD5436D587}" type="slidenum">
              <a:rPr lang="en-IN" smtClean="0"/>
              <a:t>‹#›</a:t>
            </a:fld>
            <a:endParaRPr lang="en-IN"/>
          </a:p>
        </p:txBody>
      </p:sp>
    </p:spTree>
    <p:extLst>
      <p:ext uri="{BB962C8B-B14F-4D97-AF65-F5344CB8AC3E}">
        <p14:creationId xmlns:p14="http://schemas.microsoft.com/office/powerpoint/2010/main" val="293695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C5303-B397-BA87-7C6F-11EACC02515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12EFFDD-B4C7-883C-BD6B-A9212F8B4B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E1D76FA-3B8C-92C3-8559-1D37E3F6AF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17B6C07-C0C6-64AF-EBD8-D8DF863D9B57}"/>
              </a:ext>
            </a:extLst>
          </p:cNvPr>
          <p:cNvSpPr>
            <a:spLocks noGrp="1"/>
          </p:cNvSpPr>
          <p:nvPr>
            <p:ph type="dt" sz="half" idx="10"/>
          </p:nvPr>
        </p:nvSpPr>
        <p:spPr/>
        <p:txBody>
          <a:bodyPr/>
          <a:lstStyle/>
          <a:p>
            <a:fld id="{FEA81208-F6CE-42B4-9F49-E65FDB04790F}" type="datetimeFigureOut">
              <a:rPr lang="en-IN" smtClean="0"/>
              <a:t>04-11-2025</a:t>
            </a:fld>
            <a:endParaRPr lang="en-IN"/>
          </a:p>
        </p:txBody>
      </p:sp>
      <p:sp>
        <p:nvSpPr>
          <p:cNvPr id="6" name="Footer Placeholder 5">
            <a:extLst>
              <a:ext uri="{FF2B5EF4-FFF2-40B4-BE49-F238E27FC236}">
                <a16:creationId xmlns:a16="http://schemas.microsoft.com/office/drawing/2014/main" id="{00F207E9-AEFF-1F91-04BE-187833F2EB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7A669F-321C-103E-3292-F6A25084FFC7}"/>
              </a:ext>
            </a:extLst>
          </p:cNvPr>
          <p:cNvSpPr>
            <a:spLocks noGrp="1"/>
          </p:cNvSpPr>
          <p:nvPr>
            <p:ph type="sldNum" sz="quarter" idx="12"/>
          </p:nvPr>
        </p:nvSpPr>
        <p:spPr/>
        <p:txBody>
          <a:bodyPr/>
          <a:lstStyle/>
          <a:p>
            <a:fld id="{0619ABF7-DBE0-4842-A87B-E1BD5436D587}" type="slidenum">
              <a:rPr lang="en-IN" smtClean="0"/>
              <a:t>‹#›</a:t>
            </a:fld>
            <a:endParaRPr lang="en-IN"/>
          </a:p>
        </p:txBody>
      </p:sp>
    </p:spTree>
    <p:extLst>
      <p:ext uri="{BB962C8B-B14F-4D97-AF65-F5344CB8AC3E}">
        <p14:creationId xmlns:p14="http://schemas.microsoft.com/office/powerpoint/2010/main" val="1256690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B6B83-E925-A5CE-F06A-05395D25A30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429935-5486-46ED-BB53-EEDB31F33E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7B9054-F36E-F5EB-49F4-EF332A715C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35F1F23-8D9C-1AD3-0752-A1606EE4FD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AB7933-05B4-0134-3E17-2F0C9E6485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23C4DF0-0FD3-FE9B-A66D-ABD4BDC0DDB9}"/>
              </a:ext>
            </a:extLst>
          </p:cNvPr>
          <p:cNvSpPr>
            <a:spLocks noGrp="1"/>
          </p:cNvSpPr>
          <p:nvPr>
            <p:ph type="dt" sz="half" idx="10"/>
          </p:nvPr>
        </p:nvSpPr>
        <p:spPr/>
        <p:txBody>
          <a:bodyPr/>
          <a:lstStyle/>
          <a:p>
            <a:fld id="{FEA81208-F6CE-42B4-9F49-E65FDB04790F}" type="datetimeFigureOut">
              <a:rPr lang="en-IN" smtClean="0"/>
              <a:t>04-11-2025</a:t>
            </a:fld>
            <a:endParaRPr lang="en-IN"/>
          </a:p>
        </p:txBody>
      </p:sp>
      <p:sp>
        <p:nvSpPr>
          <p:cNvPr id="8" name="Footer Placeholder 7">
            <a:extLst>
              <a:ext uri="{FF2B5EF4-FFF2-40B4-BE49-F238E27FC236}">
                <a16:creationId xmlns:a16="http://schemas.microsoft.com/office/drawing/2014/main" id="{E10B2B0B-C341-40D4-BFE0-776ACFD3DA2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0CF937C-A094-8D9C-355D-E10F6F503D96}"/>
              </a:ext>
            </a:extLst>
          </p:cNvPr>
          <p:cNvSpPr>
            <a:spLocks noGrp="1"/>
          </p:cNvSpPr>
          <p:nvPr>
            <p:ph type="sldNum" sz="quarter" idx="12"/>
          </p:nvPr>
        </p:nvSpPr>
        <p:spPr/>
        <p:txBody>
          <a:bodyPr/>
          <a:lstStyle/>
          <a:p>
            <a:fld id="{0619ABF7-DBE0-4842-A87B-E1BD5436D587}" type="slidenum">
              <a:rPr lang="en-IN" smtClean="0"/>
              <a:t>‹#›</a:t>
            </a:fld>
            <a:endParaRPr lang="en-IN"/>
          </a:p>
        </p:txBody>
      </p:sp>
    </p:spTree>
    <p:extLst>
      <p:ext uri="{BB962C8B-B14F-4D97-AF65-F5344CB8AC3E}">
        <p14:creationId xmlns:p14="http://schemas.microsoft.com/office/powerpoint/2010/main" val="2465435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FEFFD-27AF-F9AE-E90D-FC4DAEAB4F1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B9CFCC8-29A6-8A82-F3DB-820B3E02697F}"/>
              </a:ext>
            </a:extLst>
          </p:cNvPr>
          <p:cNvSpPr>
            <a:spLocks noGrp="1"/>
          </p:cNvSpPr>
          <p:nvPr>
            <p:ph type="dt" sz="half" idx="10"/>
          </p:nvPr>
        </p:nvSpPr>
        <p:spPr/>
        <p:txBody>
          <a:bodyPr/>
          <a:lstStyle/>
          <a:p>
            <a:fld id="{FEA81208-F6CE-42B4-9F49-E65FDB04790F}" type="datetimeFigureOut">
              <a:rPr lang="en-IN" smtClean="0"/>
              <a:t>04-11-2025</a:t>
            </a:fld>
            <a:endParaRPr lang="en-IN"/>
          </a:p>
        </p:txBody>
      </p:sp>
      <p:sp>
        <p:nvSpPr>
          <p:cNvPr id="4" name="Footer Placeholder 3">
            <a:extLst>
              <a:ext uri="{FF2B5EF4-FFF2-40B4-BE49-F238E27FC236}">
                <a16:creationId xmlns:a16="http://schemas.microsoft.com/office/drawing/2014/main" id="{C1BBE9E6-0AA8-C245-45F8-74CC5D3370B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EBC207B-4B0A-A884-5A89-44606B6759E7}"/>
              </a:ext>
            </a:extLst>
          </p:cNvPr>
          <p:cNvSpPr>
            <a:spLocks noGrp="1"/>
          </p:cNvSpPr>
          <p:nvPr>
            <p:ph type="sldNum" sz="quarter" idx="12"/>
          </p:nvPr>
        </p:nvSpPr>
        <p:spPr/>
        <p:txBody>
          <a:bodyPr/>
          <a:lstStyle/>
          <a:p>
            <a:fld id="{0619ABF7-DBE0-4842-A87B-E1BD5436D587}" type="slidenum">
              <a:rPr lang="en-IN" smtClean="0"/>
              <a:t>‹#›</a:t>
            </a:fld>
            <a:endParaRPr lang="en-IN"/>
          </a:p>
        </p:txBody>
      </p:sp>
    </p:spTree>
    <p:extLst>
      <p:ext uri="{BB962C8B-B14F-4D97-AF65-F5344CB8AC3E}">
        <p14:creationId xmlns:p14="http://schemas.microsoft.com/office/powerpoint/2010/main" val="392854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724CC4-A512-065C-FC40-A0E6DDACEACD}"/>
              </a:ext>
            </a:extLst>
          </p:cNvPr>
          <p:cNvSpPr>
            <a:spLocks noGrp="1"/>
          </p:cNvSpPr>
          <p:nvPr>
            <p:ph type="dt" sz="half" idx="10"/>
          </p:nvPr>
        </p:nvSpPr>
        <p:spPr/>
        <p:txBody>
          <a:bodyPr/>
          <a:lstStyle/>
          <a:p>
            <a:fld id="{FEA81208-F6CE-42B4-9F49-E65FDB04790F}" type="datetimeFigureOut">
              <a:rPr lang="en-IN" smtClean="0"/>
              <a:t>04-11-2025</a:t>
            </a:fld>
            <a:endParaRPr lang="en-IN"/>
          </a:p>
        </p:txBody>
      </p:sp>
      <p:sp>
        <p:nvSpPr>
          <p:cNvPr id="3" name="Footer Placeholder 2">
            <a:extLst>
              <a:ext uri="{FF2B5EF4-FFF2-40B4-BE49-F238E27FC236}">
                <a16:creationId xmlns:a16="http://schemas.microsoft.com/office/drawing/2014/main" id="{542805E3-45D3-AC82-F676-F6D6853F62A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E5152E3-F2C5-08D5-C7D2-781F42C47A4F}"/>
              </a:ext>
            </a:extLst>
          </p:cNvPr>
          <p:cNvSpPr>
            <a:spLocks noGrp="1"/>
          </p:cNvSpPr>
          <p:nvPr>
            <p:ph type="sldNum" sz="quarter" idx="12"/>
          </p:nvPr>
        </p:nvSpPr>
        <p:spPr/>
        <p:txBody>
          <a:bodyPr/>
          <a:lstStyle/>
          <a:p>
            <a:fld id="{0619ABF7-DBE0-4842-A87B-E1BD5436D587}" type="slidenum">
              <a:rPr lang="en-IN" smtClean="0"/>
              <a:t>‹#›</a:t>
            </a:fld>
            <a:endParaRPr lang="en-IN"/>
          </a:p>
        </p:txBody>
      </p:sp>
    </p:spTree>
    <p:extLst>
      <p:ext uri="{BB962C8B-B14F-4D97-AF65-F5344CB8AC3E}">
        <p14:creationId xmlns:p14="http://schemas.microsoft.com/office/powerpoint/2010/main" val="3933372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7F0ED-A5FB-B02E-5B68-6DE700E028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B7A1B24-DFD6-B93E-32C7-A1F01C5632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785588C-CF5A-301A-DB8D-C68A14A014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13EB3D-01D2-8875-84E1-ABE77164EDC6}"/>
              </a:ext>
            </a:extLst>
          </p:cNvPr>
          <p:cNvSpPr>
            <a:spLocks noGrp="1"/>
          </p:cNvSpPr>
          <p:nvPr>
            <p:ph type="dt" sz="half" idx="10"/>
          </p:nvPr>
        </p:nvSpPr>
        <p:spPr/>
        <p:txBody>
          <a:bodyPr/>
          <a:lstStyle/>
          <a:p>
            <a:fld id="{FEA81208-F6CE-42B4-9F49-E65FDB04790F}" type="datetimeFigureOut">
              <a:rPr lang="en-IN" smtClean="0"/>
              <a:t>04-11-2025</a:t>
            </a:fld>
            <a:endParaRPr lang="en-IN"/>
          </a:p>
        </p:txBody>
      </p:sp>
      <p:sp>
        <p:nvSpPr>
          <p:cNvPr id="6" name="Footer Placeholder 5">
            <a:extLst>
              <a:ext uri="{FF2B5EF4-FFF2-40B4-BE49-F238E27FC236}">
                <a16:creationId xmlns:a16="http://schemas.microsoft.com/office/drawing/2014/main" id="{0E09C32F-6CD0-5972-0938-8417988606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03698E-6E72-9D3B-9164-42B6123A8A1F}"/>
              </a:ext>
            </a:extLst>
          </p:cNvPr>
          <p:cNvSpPr>
            <a:spLocks noGrp="1"/>
          </p:cNvSpPr>
          <p:nvPr>
            <p:ph type="sldNum" sz="quarter" idx="12"/>
          </p:nvPr>
        </p:nvSpPr>
        <p:spPr/>
        <p:txBody>
          <a:bodyPr/>
          <a:lstStyle/>
          <a:p>
            <a:fld id="{0619ABF7-DBE0-4842-A87B-E1BD5436D587}" type="slidenum">
              <a:rPr lang="en-IN" smtClean="0"/>
              <a:t>‹#›</a:t>
            </a:fld>
            <a:endParaRPr lang="en-IN"/>
          </a:p>
        </p:txBody>
      </p:sp>
    </p:spTree>
    <p:extLst>
      <p:ext uri="{BB962C8B-B14F-4D97-AF65-F5344CB8AC3E}">
        <p14:creationId xmlns:p14="http://schemas.microsoft.com/office/powerpoint/2010/main" val="3770464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360A4-9667-D44E-AD24-5EBD0E1EB6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A01C2EE-D687-7C80-B2EB-B32949C0EA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DF7AE53-4C47-09ED-E878-0AD9031338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34D108-49E5-8C40-D211-D4A6E2C8D51B}"/>
              </a:ext>
            </a:extLst>
          </p:cNvPr>
          <p:cNvSpPr>
            <a:spLocks noGrp="1"/>
          </p:cNvSpPr>
          <p:nvPr>
            <p:ph type="dt" sz="half" idx="10"/>
          </p:nvPr>
        </p:nvSpPr>
        <p:spPr/>
        <p:txBody>
          <a:bodyPr/>
          <a:lstStyle/>
          <a:p>
            <a:fld id="{FEA81208-F6CE-42B4-9F49-E65FDB04790F}" type="datetimeFigureOut">
              <a:rPr lang="en-IN" smtClean="0"/>
              <a:t>04-11-2025</a:t>
            </a:fld>
            <a:endParaRPr lang="en-IN"/>
          </a:p>
        </p:txBody>
      </p:sp>
      <p:sp>
        <p:nvSpPr>
          <p:cNvPr id="6" name="Footer Placeholder 5">
            <a:extLst>
              <a:ext uri="{FF2B5EF4-FFF2-40B4-BE49-F238E27FC236}">
                <a16:creationId xmlns:a16="http://schemas.microsoft.com/office/drawing/2014/main" id="{C3392341-CA59-0232-0CCA-ACA596036B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4DEB6C-4D3E-EA73-D0E9-FD827990D9E4}"/>
              </a:ext>
            </a:extLst>
          </p:cNvPr>
          <p:cNvSpPr>
            <a:spLocks noGrp="1"/>
          </p:cNvSpPr>
          <p:nvPr>
            <p:ph type="sldNum" sz="quarter" idx="12"/>
          </p:nvPr>
        </p:nvSpPr>
        <p:spPr/>
        <p:txBody>
          <a:bodyPr/>
          <a:lstStyle/>
          <a:p>
            <a:fld id="{0619ABF7-DBE0-4842-A87B-E1BD5436D587}" type="slidenum">
              <a:rPr lang="en-IN" smtClean="0"/>
              <a:t>‹#›</a:t>
            </a:fld>
            <a:endParaRPr lang="en-IN"/>
          </a:p>
        </p:txBody>
      </p:sp>
    </p:spTree>
    <p:extLst>
      <p:ext uri="{BB962C8B-B14F-4D97-AF65-F5344CB8AC3E}">
        <p14:creationId xmlns:p14="http://schemas.microsoft.com/office/powerpoint/2010/main" val="281752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F5E8B-CDE9-D9F0-EDA7-F6F2A17A3A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34575C-D912-24DA-11DA-F3283E6EF0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68E3DB-0311-93DD-96AB-DE565EA2B603}"/>
              </a:ext>
            </a:extLst>
          </p:cNvPr>
          <p:cNvSpPr>
            <a:spLocks noGrp="1"/>
          </p:cNvSpPr>
          <p:nvPr>
            <p:ph type="dt" sz="half" idx="10"/>
          </p:nvPr>
        </p:nvSpPr>
        <p:spPr/>
        <p:txBody>
          <a:bodyPr/>
          <a:lstStyle/>
          <a:p>
            <a:fld id="{FEA81208-F6CE-42B4-9F49-E65FDB04790F}" type="datetimeFigureOut">
              <a:rPr lang="en-IN" smtClean="0"/>
              <a:t>04-11-2025</a:t>
            </a:fld>
            <a:endParaRPr lang="en-IN"/>
          </a:p>
        </p:txBody>
      </p:sp>
      <p:sp>
        <p:nvSpPr>
          <p:cNvPr id="5" name="Footer Placeholder 4">
            <a:extLst>
              <a:ext uri="{FF2B5EF4-FFF2-40B4-BE49-F238E27FC236}">
                <a16:creationId xmlns:a16="http://schemas.microsoft.com/office/drawing/2014/main" id="{34B7A268-9722-2C4E-F855-D91E750C7E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F66C05-85CB-3836-83BF-BB5D7207014C}"/>
              </a:ext>
            </a:extLst>
          </p:cNvPr>
          <p:cNvSpPr>
            <a:spLocks noGrp="1"/>
          </p:cNvSpPr>
          <p:nvPr>
            <p:ph type="sldNum" sz="quarter" idx="12"/>
          </p:nvPr>
        </p:nvSpPr>
        <p:spPr/>
        <p:txBody>
          <a:bodyPr/>
          <a:lstStyle/>
          <a:p>
            <a:fld id="{0619ABF7-DBE0-4842-A87B-E1BD5436D587}" type="slidenum">
              <a:rPr lang="en-IN" smtClean="0"/>
              <a:t>‹#›</a:t>
            </a:fld>
            <a:endParaRPr lang="en-IN"/>
          </a:p>
        </p:txBody>
      </p:sp>
    </p:spTree>
    <p:extLst>
      <p:ext uri="{BB962C8B-B14F-4D97-AF65-F5344CB8AC3E}">
        <p14:creationId xmlns:p14="http://schemas.microsoft.com/office/powerpoint/2010/main" val="3577499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DA55F8-5585-96A8-C098-E8CEA868E8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E4BF0B-68FE-1067-EE68-573A9730E8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0F4614-A18B-5819-624E-68B63BA652C8}"/>
              </a:ext>
            </a:extLst>
          </p:cNvPr>
          <p:cNvSpPr>
            <a:spLocks noGrp="1"/>
          </p:cNvSpPr>
          <p:nvPr>
            <p:ph type="dt" sz="half" idx="10"/>
          </p:nvPr>
        </p:nvSpPr>
        <p:spPr/>
        <p:txBody>
          <a:bodyPr/>
          <a:lstStyle/>
          <a:p>
            <a:fld id="{FEA81208-F6CE-42B4-9F49-E65FDB04790F}" type="datetimeFigureOut">
              <a:rPr lang="en-IN" smtClean="0"/>
              <a:t>04-11-2025</a:t>
            </a:fld>
            <a:endParaRPr lang="en-IN"/>
          </a:p>
        </p:txBody>
      </p:sp>
      <p:sp>
        <p:nvSpPr>
          <p:cNvPr id="5" name="Footer Placeholder 4">
            <a:extLst>
              <a:ext uri="{FF2B5EF4-FFF2-40B4-BE49-F238E27FC236}">
                <a16:creationId xmlns:a16="http://schemas.microsoft.com/office/drawing/2014/main" id="{4DFCF960-B51F-49FB-5BB0-19B78BB712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65E4EC-4B55-1154-F541-095CAFBABA11}"/>
              </a:ext>
            </a:extLst>
          </p:cNvPr>
          <p:cNvSpPr>
            <a:spLocks noGrp="1"/>
          </p:cNvSpPr>
          <p:nvPr>
            <p:ph type="sldNum" sz="quarter" idx="12"/>
          </p:nvPr>
        </p:nvSpPr>
        <p:spPr/>
        <p:txBody>
          <a:bodyPr/>
          <a:lstStyle/>
          <a:p>
            <a:fld id="{0619ABF7-DBE0-4842-A87B-E1BD5436D587}" type="slidenum">
              <a:rPr lang="en-IN" smtClean="0"/>
              <a:t>‹#›</a:t>
            </a:fld>
            <a:endParaRPr lang="en-IN"/>
          </a:p>
        </p:txBody>
      </p:sp>
    </p:spTree>
    <p:extLst>
      <p:ext uri="{BB962C8B-B14F-4D97-AF65-F5344CB8AC3E}">
        <p14:creationId xmlns:p14="http://schemas.microsoft.com/office/powerpoint/2010/main" val="3100397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8058C0-1A66-6EC8-1DD4-274B86FB38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36CDEE-811C-3CE4-77C7-FA99461332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3EF818-AC72-5BE1-6E7A-C2FA81DAEE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A81208-F6CE-42B4-9F49-E65FDB04790F}" type="datetimeFigureOut">
              <a:rPr lang="en-IN" smtClean="0"/>
              <a:t>04-11-2025</a:t>
            </a:fld>
            <a:endParaRPr lang="en-IN"/>
          </a:p>
        </p:txBody>
      </p:sp>
      <p:sp>
        <p:nvSpPr>
          <p:cNvPr id="5" name="Footer Placeholder 4">
            <a:extLst>
              <a:ext uri="{FF2B5EF4-FFF2-40B4-BE49-F238E27FC236}">
                <a16:creationId xmlns:a16="http://schemas.microsoft.com/office/drawing/2014/main" id="{E61396DA-DA51-E86E-B069-0B234BFF22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FAFA036-F8CA-882E-AE8F-F1F92F2A7B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19ABF7-DBE0-4842-A87B-E1BD5436D587}" type="slidenum">
              <a:rPr lang="en-IN" smtClean="0"/>
              <a:t>‹#›</a:t>
            </a:fld>
            <a:endParaRPr lang="en-IN"/>
          </a:p>
        </p:txBody>
      </p:sp>
    </p:spTree>
    <p:extLst>
      <p:ext uri="{BB962C8B-B14F-4D97-AF65-F5344CB8AC3E}">
        <p14:creationId xmlns:p14="http://schemas.microsoft.com/office/powerpoint/2010/main" val="1661332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kaggle.com/datasets/hemanthsai7/solar-panel-dust-detection?utm_source=chatgpt.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B76FBE-B28F-D2E2-5373-4CBFCEC22587}"/>
              </a:ext>
            </a:extLst>
          </p:cNvPr>
          <p:cNvSpPr>
            <a:spLocks noGrp="1"/>
          </p:cNvSpPr>
          <p:nvPr>
            <p:ph type="title"/>
          </p:nvPr>
        </p:nvSpPr>
        <p:spPr>
          <a:xfrm>
            <a:off x="626533" y="1160463"/>
            <a:ext cx="10680700" cy="1184804"/>
          </a:xfrm>
        </p:spPr>
        <p:txBody>
          <a:bodyPr>
            <a:normAutofit/>
          </a:bodyPr>
          <a:lstStyle/>
          <a:p>
            <a:r>
              <a:rPr lang="en-IN" sz="1800" b="1" dirty="0">
                <a:latin typeface="Times New Roman" panose="02020603050405020304" pitchFamily="18" charset="0"/>
                <a:cs typeface="Times New Roman" panose="02020603050405020304" pitchFamily="18" charset="0"/>
              </a:rPr>
              <a:t>Project Problem Statement:</a:t>
            </a:r>
          </a:p>
        </p:txBody>
      </p:sp>
      <p:sp>
        <p:nvSpPr>
          <p:cNvPr id="5" name="Content Placeholder 4">
            <a:extLst>
              <a:ext uri="{FF2B5EF4-FFF2-40B4-BE49-F238E27FC236}">
                <a16:creationId xmlns:a16="http://schemas.microsoft.com/office/drawing/2014/main" id="{2FEAAF77-77FD-368A-E07E-D786B303B929}"/>
              </a:ext>
            </a:extLst>
          </p:cNvPr>
          <p:cNvSpPr>
            <a:spLocks noGrp="1"/>
          </p:cNvSpPr>
          <p:nvPr>
            <p:ph idx="1"/>
          </p:nvPr>
        </p:nvSpPr>
        <p:spPr>
          <a:xfrm>
            <a:off x="626533" y="482600"/>
            <a:ext cx="10617200" cy="6010274"/>
          </a:xfrm>
        </p:spPr>
        <p:txBody>
          <a:bodyPr>
            <a:normAutofit/>
          </a:bodyPr>
          <a:lstStyle/>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Title:</a:t>
            </a:r>
          </a:p>
          <a:p>
            <a:pPr marL="0" indent="0" algn="just">
              <a:buNone/>
            </a:pPr>
            <a:r>
              <a:rPr lang="en-US" sz="1600" dirty="0" err="1">
                <a:latin typeface="Times New Roman" panose="02020603050405020304" pitchFamily="18" charset="0"/>
                <a:cs typeface="Times New Roman" panose="02020603050405020304" pitchFamily="18" charset="0"/>
              </a:rPr>
              <a:t>SolNet</a:t>
            </a:r>
            <a:r>
              <a:rPr lang="en-US" sz="1600" dirty="0">
                <a:latin typeface="Times New Roman" panose="02020603050405020304" pitchFamily="18" charset="0"/>
                <a:cs typeface="Times New Roman" panose="02020603050405020304" pitchFamily="18" charset="0"/>
              </a:rPr>
              <a:t>: A Convolutional Neural Network for Detecting Dust on Solar Panels.</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The efficiency of solar photovoltaic panels significantly decreases due to the accumulation of dust on their surfaces, leading to energy loss and reduced system performance. Traditional dust detection methods such as thermal imaging and IoT-based sensors are costly, require frequent maintenance, and offer limited accuracy. Therefore, there is a need for a low-cost, image-based, and automated solution. This project aims to develop a Convolutional Neural Network (CNN) model to accurately detect and classify solar panel surface conditions as clean or dusty from captured images, thereby improving maintenance scheduling and ensuring maximum energy output from solar panels.</a:t>
            </a:r>
            <a:r>
              <a:rPr lang="en-US" sz="1000" b="1" dirty="0">
                <a:latin typeface="Times New Roman" panose="02020603050405020304" pitchFamily="18" charset="0"/>
                <a:cs typeface="Times New Roman" panose="02020603050405020304" pitchFamily="18" charset="0"/>
              </a:rPr>
              <a:t> </a:t>
            </a:r>
          </a:p>
          <a:p>
            <a:pPr marL="0" indent="0" algn="just">
              <a:buNone/>
            </a:pPr>
            <a:endParaRPr lang="en-US" sz="1000" b="1" dirty="0">
              <a:latin typeface="Times New Roman" panose="02020603050405020304" pitchFamily="18" charset="0"/>
              <a:cs typeface="Times New Roman" panose="02020603050405020304" pitchFamily="18" charset="0"/>
            </a:endParaRPr>
          </a:p>
          <a:p>
            <a:pPr marL="0" indent="0" algn="just">
              <a:buNone/>
            </a:pPr>
            <a:r>
              <a:rPr lang="en-IN" sz="1800" b="1" dirty="0">
                <a:latin typeface="Times New Roman" panose="02020603050405020304" pitchFamily="18" charset="0"/>
                <a:cs typeface="Times New Roman" panose="02020603050405020304" pitchFamily="18" charset="0"/>
              </a:rPr>
              <a:t>Dataset:</a:t>
            </a:r>
          </a:p>
          <a:p>
            <a:r>
              <a:rPr lang="en-IN" sz="1600" b="1" dirty="0">
                <a:latin typeface="Times New Roman" panose="02020603050405020304" pitchFamily="18" charset="0"/>
                <a:cs typeface="Times New Roman" panose="02020603050405020304" pitchFamily="18" charset="0"/>
              </a:rPr>
              <a:t>Dataset Name:</a:t>
            </a:r>
            <a:r>
              <a:rPr lang="en-IN" sz="1600" dirty="0">
                <a:latin typeface="Times New Roman" panose="02020603050405020304" pitchFamily="18" charset="0"/>
                <a:cs typeface="Times New Roman" panose="02020603050405020304" pitchFamily="18" charset="0"/>
              </a:rPr>
              <a:t> Solar Panel Dust Detection</a:t>
            </a:r>
          </a:p>
          <a:p>
            <a:r>
              <a:rPr lang="en-IN" sz="1600" b="1" dirty="0">
                <a:latin typeface="Times New Roman" panose="02020603050405020304" pitchFamily="18" charset="0"/>
                <a:cs typeface="Times New Roman" panose="02020603050405020304" pitchFamily="18" charset="0"/>
              </a:rPr>
              <a:t>Source:</a:t>
            </a:r>
            <a:r>
              <a:rPr lang="en-IN"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hlinkClick r:id="rId2"/>
              </a:rPr>
              <a:t>Kaggle – by Hemanthsai7</a:t>
            </a: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Type:</a:t>
            </a:r>
            <a:r>
              <a:rPr lang="en-IN" sz="1600" dirty="0">
                <a:latin typeface="Times New Roman" panose="02020603050405020304" pitchFamily="18" charset="0"/>
                <a:cs typeface="Times New Roman" panose="02020603050405020304" pitchFamily="18" charset="0"/>
              </a:rPr>
              <a:t> Image Dataset</a:t>
            </a:r>
          </a:p>
          <a:p>
            <a:r>
              <a:rPr lang="en-IN" sz="1600" b="1" dirty="0">
                <a:latin typeface="Times New Roman" panose="02020603050405020304" pitchFamily="18" charset="0"/>
                <a:cs typeface="Times New Roman" panose="02020603050405020304" pitchFamily="18" charset="0"/>
              </a:rPr>
              <a:t>Purpose:</a:t>
            </a:r>
            <a:r>
              <a:rPr lang="en-IN" sz="1600" dirty="0">
                <a:latin typeface="Times New Roman" panose="02020603050405020304" pitchFamily="18" charset="0"/>
                <a:cs typeface="Times New Roman" panose="02020603050405020304" pitchFamily="18" charset="0"/>
              </a:rPr>
              <a:t> To classify solar panel surfaces as </a:t>
            </a:r>
            <a:r>
              <a:rPr lang="en-IN" sz="1600" i="1" dirty="0">
                <a:latin typeface="Times New Roman" panose="02020603050405020304" pitchFamily="18" charset="0"/>
                <a:cs typeface="Times New Roman" panose="02020603050405020304" pitchFamily="18" charset="0"/>
              </a:rPr>
              <a:t>clean</a:t>
            </a:r>
            <a:r>
              <a:rPr lang="en-IN" sz="1600" dirty="0">
                <a:latin typeface="Times New Roman" panose="02020603050405020304" pitchFamily="18" charset="0"/>
                <a:cs typeface="Times New Roman" panose="02020603050405020304" pitchFamily="18" charset="0"/>
              </a:rPr>
              <a:t> or </a:t>
            </a:r>
            <a:r>
              <a:rPr lang="en-IN" sz="1600" i="1" dirty="0">
                <a:latin typeface="Times New Roman" panose="02020603050405020304" pitchFamily="18" charset="0"/>
                <a:cs typeface="Times New Roman" panose="02020603050405020304" pitchFamily="18" charset="0"/>
              </a:rPr>
              <a:t>dusty</a:t>
            </a:r>
            <a:r>
              <a:rPr lang="en-IN" sz="1600" dirty="0">
                <a:latin typeface="Times New Roman" panose="02020603050405020304" pitchFamily="18" charset="0"/>
                <a:cs typeface="Times New Roman" panose="02020603050405020304" pitchFamily="18" charset="0"/>
              </a:rPr>
              <a:t> using image recognition.</a:t>
            </a:r>
          </a:p>
          <a:p>
            <a:pPr marL="0" indent="0">
              <a:buNone/>
            </a:pPr>
            <a:endParaRPr lang="en-IN" sz="1000" dirty="0"/>
          </a:p>
        </p:txBody>
      </p:sp>
    </p:spTree>
    <p:extLst>
      <p:ext uri="{BB962C8B-B14F-4D97-AF65-F5344CB8AC3E}">
        <p14:creationId xmlns:p14="http://schemas.microsoft.com/office/powerpoint/2010/main" val="3093926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55830-BB9C-1953-333F-3E32B3B7BA23}"/>
              </a:ext>
            </a:extLst>
          </p:cNvPr>
          <p:cNvSpPr>
            <a:spLocks noGrp="1"/>
          </p:cNvSpPr>
          <p:nvPr>
            <p:ph type="title"/>
          </p:nvPr>
        </p:nvSpPr>
        <p:spPr>
          <a:xfrm>
            <a:off x="838200" y="681037"/>
            <a:ext cx="10515600" cy="930275"/>
          </a:xfrm>
        </p:spPr>
        <p:txBody>
          <a:bodyPr>
            <a:normAutofit fontScale="90000"/>
          </a:bodyPr>
          <a:lstStyle/>
          <a:p>
            <a:r>
              <a:rPr lang="en-IN" sz="1800" b="1" dirty="0"/>
              <a:t>Key Features</a:t>
            </a:r>
            <a:br>
              <a:rPr lang="en-IN" b="1" dirty="0"/>
            </a:br>
            <a:endParaRPr lang="en-IN" dirty="0"/>
          </a:p>
        </p:txBody>
      </p:sp>
      <p:sp>
        <p:nvSpPr>
          <p:cNvPr id="3" name="Content Placeholder 2">
            <a:extLst>
              <a:ext uri="{FF2B5EF4-FFF2-40B4-BE49-F238E27FC236}">
                <a16:creationId xmlns:a16="http://schemas.microsoft.com/office/drawing/2014/main" id="{2FBC566E-49B0-D825-CA5C-BD225A23960B}"/>
              </a:ext>
            </a:extLst>
          </p:cNvPr>
          <p:cNvSpPr>
            <a:spLocks noGrp="1"/>
          </p:cNvSpPr>
          <p:nvPr>
            <p:ph idx="1"/>
          </p:nvPr>
        </p:nvSpPr>
        <p:spPr>
          <a:xfrm>
            <a:off x="1100667" y="1146174"/>
            <a:ext cx="10515600" cy="4351338"/>
          </a:xfrm>
        </p:spPr>
        <p:txBody>
          <a:bodyPr/>
          <a:lstStyle/>
          <a:p>
            <a:r>
              <a:rPr lang="en-IN" sz="1600" b="1" dirty="0"/>
              <a:t>Total Images:</a:t>
            </a:r>
            <a:r>
              <a:rPr lang="en-IN" sz="1600" dirty="0"/>
              <a:t> Few hundred (varies by version)</a:t>
            </a:r>
          </a:p>
          <a:p>
            <a:r>
              <a:rPr lang="en-IN" sz="1600" b="1" dirty="0"/>
              <a:t>Classes:</a:t>
            </a:r>
            <a:r>
              <a:rPr lang="en-IN" sz="1600" dirty="0"/>
              <a:t> </a:t>
            </a:r>
            <a:r>
              <a:rPr lang="en-IN" sz="1600" i="1" dirty="0"/>
              <a:t>Clean</a:t>
            </a:r>
            <a:r>
              <a:rPr lang="en-IN" sz="1600" dirty="0"/>
              <a:t> and </a:t>
            </a:r>
            <a:r>
              <a:rPr lang="en-IN" sz="1600" i="1" dirty="0"/>
              <a:t>Dusty</a:t>
            </a:r>
            <a:endParaRPr lang="en-IN" sz="1600" dirty="0"/>
          </a:p>
          <a:p>
            <a:r>
              <a:rPr lang="en-IN" sz="1600" b="1" dirty="0"/>
              <a:t>Format:</a:t>
            </a:r>
            <a:r>
              <a:rPr lang="en-IN" sz="1600" dirty="0"/>
              <a:t> JPG/PNG images</a:t>
            </a:r>
          </a:p>
          <a:p>
            <a:r>
              <a:rPr lang="en-IN" sz="1600" b="1" dirty="0"/>
              <a:t>Usability:</a:t>
            </a:r>
            <a:r>
              <a:rPr lang="en-IN" sz="1600" dirty="0"/>
              <a:t> Compatible with TensorFlow, </a:t>
            </a:r>
            <a:r>
              <a:rPr lang="en-IN" sz="1600" dirty="0" err="1"/>
              <a:t>Keras</a:t>
            </a:r>
            <a:r>
              <a:rPr lang="en-IN" sz="1600" dirty="0"/>
              <a:t>, and </a:t>
            </a:r>
            <a:r>
              <a:rPr lang="en-IN" sz="1600" dirty="0" err="1"/>
              <a:t>PyTorch</a:t>
            </a:r>
            <a:endParaRPr lang="en-IN" sz="1600" dirty="0"/>
          </a:p>
          <a:p>
            <a:r>
              <a:rPr lang="en-IN" sz="1600" b="1" dirty="0"/>
              <a:t>Use Case:</a:t>
            </a:r>
            <a:r>
              <a:rPr lang="en-IN" sz="1600" dirty="0"/>
              <a:t> Sustainable energy management – monitoring and maintaining solar panel cleanliness automatically.</a:t>
            </a:r>
          </a:p>
          <a:p>
            <a:endParaRPr lang="en-IN" dirty="0"/>
          </a:p>
        </p:txBody>
      </p:sp>
    </p:spTree>
    <p:extLst>
      <p:ext uri="{BB962C8B-B14F-4D97-AF65-F5344CB8AC3E}">
        <p14:creationId xmlns:p14="http://schemas.microsoft.com/office/powerpoint/2010/main" val="3800107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211</Words>
  <Application>Microsoft Office PowerPoint</Application>
  <PresentationFormat>Widescreen</PresentationFormat>
  <Paragraphs>18</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Times New Roman</vt:lpstr>
      <vt:lpstr>Office Theme</vt:lpstr>
      <vt:lpstr>Project Problem Statement:</vt:lpstr>
      <vt:lpstr>Key Features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keerthana Arella</dc:creator>
  <cp:lastModifiedBy>keerthana Arella</cp:lastModifiedBy>
  <cp:revision>1</cp:revision>
  <dcterms:created xsi:type="dcterms:W3CDTF">2025-11-04T04:35:00Z</dcterms:created>
  <dcterms:modified xsi:type="dcterms:W3CDTF">2025-11-04T04:35:09Z</dcterms:modified>
</cp:coreProperties>
</file>